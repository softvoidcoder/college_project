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3eac36cef1489e" /><Relationship Type="http://schemas.openxmlformats.org/officeDocument/2006/relationships/extended-properties" Target="/docProps/app.xml" Id="Rb5aa61b180534d27" /><Relationship Type="http://schemas.openxmlformats.org/officeDocument/2006/relationships/officeDocument" Target="/ppt/presentation.xml" Id="Rbdfbc028c6054a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473a61bb94fe9"/>
  </p:sldMasterIdLst>
  <p:notesMasterIdLst>
    <p:notesMasterId xmlns:r="http://schemas.openxmlformats.org/officeDocument/2006/relationships" r:id="R4eafbe7724b84549"/>
  </p:notesMasterIdLst>
  <p:sldIdLst>
    <p:sldId xmlns:r="http://schemas.openxmlformats.org/officeDocument/2006/relationships" id="256" r:id="R1fb232b7aec04deb"/>
    <p:sldId xmlns:r="http://schemas.openxmlformats.org/officeDocument/2006/relationships" id="257" r:id="Reac5a5ff7fa74f55"/>
    <p:sldId xmlns:r="http://schemas.openxmlformats.org/officeDocument/2006/relationships" id="258" r:id="Rc047fc9844ec48a2"/>
    <p:sldId xmlns:r="http://schemas.openxmlformats.org/officeDocument/2006/relationships" id="259" r:id="R36c979d2cab04a21"/>
    <p:sldId xmlns:r="http://schemas.openxmlformats.org/officeDocument/2006/relationships" id="260" r:id="R693a3d86315d4544"/>
    <p:sldId xmlns:r="http://schemas.openxmlformats.org/officeDocument/2006/relationships" id="261" r:id="R34ee062f3f0943f8"/>
    <p:sldId xmlns:r="http://schemas.openxmlformats.org/officeDocument/2006/relationships" id="262" r:id="R949141fadc6a43c9"/>
    <p:sldId xmlns:r="http://schemas.openxmlformats.org/officeDocument/2006/relationships" id="263" r:id="R60877e6fc8464fe2"/>
    <p:sldId xmlns:r="http://schemas.openxmlformats.org/officeDocument/2006/relationships" id="264" r:id="R388b1f181aa94b5a"/>
    <p:sldId xmlns:r="http://schemas.openxmlformats.org/officeDocument/2006/relationships" id="265" r:id="R0d6b1b7e6c194806"/>
    <p:sldId xmlns:r="http://schemas.openxmlformats.org/officeDocument/2006/relationships" id="266" r:id="Rc5f369053f014fbd"/>
    <p:sldId xmlns:r="http://schemas.openxmlformats.org/officeDocument/2006/relationships" id="267" r:id="R962ff85599e946e5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21aeaade714c48" /><Relationship Type="http://schemas.openxmlformats.org/officeDocument/2006/relationships/slideMaster" Target="/ppt/slideMasters/slideMaster1.xml" Id="R979473a61bb94fe9" /><Relationship Type="http://schemas.openxmlformats.org/officeDocument/2006/relationships/notesMaster" Target="/ppt/notesMasters/notesMaster1.xml" Id="R4eafbe7724b84549" /><Relationship Type="http://schemas.openxmlformats.org/officeDocument/2006/relationships/presProps" Target="/ppt/presProps.xml" Id="R39e968f1e770408c" /><Relationship Type="http://schemas.openxmlformats.org/officeDocument/2006/relationships/viewProps" Target="/ppt/viewProps.xml" Id="R7feedc8ec3154d6a" /><Relationship Type="http://schemas.openxmlformats.org/officeDocument/2006/relationships/tableStyles" Target="/ppt/tableStyles.xml" Id="Rc067c0c890b84f48" /><Relationship Type="http://schemas.openxmlformats.org/officeDocument/2006/relationships/slide" Target="/ppt/slides/slide1.xml" Id="R1fb232b7aec04deb" /><Relationship Type="http://schemas.openxmlformats.org/officeDocument/2006/relationships/slide" Target="/ppt/slides/slide2.xml" Id="Reac5a5ff7fa74f55" /><Relationship Type="http://schemas.openxmlformats.org/officeDocument/2006/relationships/slide" Target="/ppt/slides/slide3.xml" Id="Rc047fc9844ec48a2" /><Relationship Type="http://schemas.openxmlformats.org/officeDocument/2006/relationships/slide" Target="/ppt/slides/slide4.xml" Id="R36c979d2cab04a21" /><Relationship Type="http://schemas.openxmlformats.org/officeDocument/2006/relationships/slide" Target="/ppt/slides/slide5.xml" Id="R693a3d86315d4544" /><Relationship Type="http://schemas.openxmlformats.org/officeDocument/2006/relationships/slide" Target="/ppt/slides/slide6.xml" Id="R34ee062f3f0943f8" /><Relationship Type="http://schemas.openxmlformats.org/officeDocument/2006/relationships/slide" Target="/ppt/slides/slide7.xml" Id="R949141fadc6a43c9" /><Relationship Type="http://schemas.openxmlformats.org/officeDocument/2006/relationships/slide" Target="/ppt/slides/slide8.xml" Id="R60877e6fc8464fe2" /><Relationship Type="http://schemas.openxmlformats.org/officeDocument/2006/relationships/slide" Target="/ppt/slides/slide9.xml" Id="R388b1f181aa94b5a" /><Relationship Type="http://schemas.openxmlformats.org/officeDocument/2006/relationships/slide" Target="/ppt/slides/slide10.xml" Id="R0d6b1b7e6c194806" /><Relationship Type="http://schemas.openxmlformats.org/officeDocument/2006/relationships/slide" Target="/ppt/slides/slide11.xml" Id="Rc5f369053f014fbd" /><Relationship Type="http://schemas.openxmlformats.org/officeDocument/2006/relationships/slide" Target="/ppt/slides/slide12.xml" Id="R962ff85599e946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a8b24bf96647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f96cedfb434565" /><Relationship Type="http://schemas.openxmlformats.org/officeDocument/2006/relationships/notesMaster" Target="/ppt/notesMasters/notesMaster1.xml" Id="Rbba845d34bdd42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ec74010d704e74" /><Relationship Type="http://schemas.openxmlformats.org/officeDocument/2006/relationships/notesMaster" Target="/ppt/notesMasters/notesMaster1.xml" Id="Radffa93bb26b4a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d2f489286d4b5b" /><Relationship Type="http://schemas.openxmlformats.org/officeDocument/2006/relationships/notesMaster" Target="/ppt/notesMasters/notesMaster1.xml" Id="Rb99ed9a1c07045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14c17375bd4d4a" /><Relationship Type="http://schemas.openxmlformats.org/officeDocument/2006/relationships/notesMaster" Target="/ppt/notesMasters/notesMaster1.xml" Id="R57e69dd91dc74b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c42f2a534f45a1" /><Relationship Type="http://schemas.openxmlformats.org/officeDocument/2006/relationships/notesMaster" Target="/ppt/notesMasters/notesMaster1.xml" Id="R4bc837b3e1dc44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89113a68614fa1" /><Relationship Type="http://schemas.openxmlformats.org/officeDocument/2006/relationships/notesMaster" Target="/ppt/notesMasters/notesMaster1.xml" Id="R39030229a90349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7253f93b09444f" /><Relationship Type="http://schemas.openxmlformats.org/officeDocument/2006/relationships/notesMaster" Target="/ppt/notesMasters/notesMaster1.xml" Id="R3a03d4da327e46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23367c00a6498a" /><Relationship Type="http://schemas.openxmlformats.org/officeDocument/2006/relationships/notesMaster" Target="/ppt/notesMasters/notesMaster1.xml" Id="R76ba192c169740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19e9ba0d78414d" /><Relationship Type="http://schemas.openxmlformats.org/officeDocument/2006/relationships/notesMaster" Target="/ppt/notesMasters/notesMaster1.xml" Id="R566d7dff188847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855aaaada5419e" /><Relationship Type="http://schemas.openxmlformats.org/officeDocument/2006/relationships/notesMaster" Target="/ppt/notesMasters/notesMaster1.xml" Id="Rb8ebd10b7f4645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2806d653a943a8" /><Relationship Type="http://schemas.openxmlformats.org/officeDocument/2006/relationships/notesMaster" Target="/ppt/notesMasters/notesMaster1.xml" Id="Ra693b05a54a14b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d320404ef34cf6" /><Relationship Type="http://schemas.openxmlformats.org/officeDocument/2006/relationships/notesMaster" Target="/ppt/notesMasters/notesMaster1.xml" Id="Reb476360e9b649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47384d7d4043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6b58f298944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348d9a60043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f9ded55014d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b58f9f18148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41f56aa8c04b7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b35b472c9483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060811e0b4c6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e7347ffee4e2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ca19de1524e0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84503cfa8419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efa8f6235416d" /><Relationship Type="http://schemas.openxmlformats.org/officeDocument/2006/relationships/image" Target="/ppt/media/image.png" Id="R612701367683491a" /></Relationships>
</file>

<file path=ppt/slideLayouts/slideLayout1.xml><?xml version="1.0" encoding="utf-8"?>
<p:sldLayout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4D23D8D7-C2FD-44E4-8D09-401A9CEB465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207B3E5-C1DD-4DA4-97BA-27154D8E95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9D044741-8624-4290-A430-354E71E363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PhAnim="0" matchingName="Section header" type="secHead" userDrawn="1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27F2D076-283A-475E-A851-2A1F4D1CA9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4BE8FAE5-8B8A-43F5-8004-1803498CB5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PhAnim="0" matchingName="Title and body" userDrawn="1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C4B299DA-1A1C-4DAC-A739-03EF9B3E2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0E73241E-E36B-44C5-BD67-C5A906CA99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92109AFB-88C8-4D22-B7BA-FBCD11E810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PhAnim="0" matchingName="Title and two columns" userDrawn="1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A34DC80-EE67-4B73-A537-AD46178E5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588E5101-FAF0-4593-B12A-23B74E676C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1F131640-036F-4432-AF9A-2C763010A2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399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ABAF871F-D717-4CC4-8652-EEEAC190BB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D4EEFC0D-B621-4443-B580-8DB8A075B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71D2F2AE-B181-4432-857F-8CD484D2F1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PhAnim="0" matchingName="One column text" userDrawn="1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CC5000CC-2D99-4DFC-8808-FD0DFF444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1C9A9227-AB4F-484E-8F7D-8160016CA2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CE762FC4-B79A-40EE-BC70-9DE1F4EE08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PhAnim="0" matchingName="Main point" userDrawn="1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BD38B57F-0AF6-4993-BFE5-003F7446A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1BA40E71-E4FA-4AE4-B7D9-65693E350E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PhAnim="0" matchingName="Section title and description" userDrawn="1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58F4722D-0C61-4DCF-A21F-734DD678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2D4E17EA-F41D-4E64-8576-B02037BB13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199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53CECE9C-1B2F-496D-B3E5-4EA1984398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199" cy="1235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1A44E5AE-4B90-4969-9381-AA1825D642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CEB86AD9-848A-4EB8-AFB5-4128471FEA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PhAnim="0" matchingName="Caption" userDrawn="1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1E849ED0-93F8-42DD-9014-9B9DEAD68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E07503F7-B2E3-458C-A2AC-781126969E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PhAnim="0" matchingName="Big number" userDrawn="1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DD7C67FE-2FF4-4C75-BB58-B7A0F3A3696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pPr>
              <a:buNone/>
            </a:pPr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2228ADC2-2CFA-4C58-84E9-19C1756F05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3A612A3B-074D-44D7-BDEE-39ECF9E93F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PhAnim="0" matchingName="Blank" type="blank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DEE522B1-C706-4D46-A5F0-499DB51141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PhAnim="0" matchingName="Заголовок + текст 1 1" userDrawn="1">
  <p:cSld name="TITLE_ONLY_2_2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51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701367683491a"/>
          <a:stretch xmlns:a="http://schemas.openxmlformats.org/drawingml/2006/main"/>
        </p:blipFill>
        <p:spPr>
          <a:xfrm xmlns:a="http://schemas.openxmlformats.org/drawingml/2006/main">
            <a:off x="0" y="0"/>
            <a:ext cx="914399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DCDD5CBA-B146-4C54-95C1-40742696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7500" cy="1158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A516B98B-0EDB-47E3-A350-67D7E654A6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7750" y="173075"/>
            <a:ext cx="7335000" cy="49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667805A9-3CBD-4700-8453-5A8E7204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66400"/>
            <a:ext cx="9144000" cy="137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d5e8132a9343b1" /><Relationship Type="http://schemas.openxmlformats.org/officeDocument/2006/relationships/slideLayout" Target="/ppt/slideLayouts/slideLayout1.xml" Id="Rdf02deabc81a4adb" /><Relationship Type="http://schemas.openxmlformats.org/officeDocument/2006/relationships/slideLayout" Target="/ppt/slideLayouts/slideLayout2.xml" Id="Rd123a058a8fb439a" /><Relationship Type="http://schemas.openxmlformats.org/officeDocument/2006/relationships/slideLayout" Target="/ppt/slideLayouts/slideLayout3.xml" Id="Reeeb675575324e69" /><Relationship Type="http://schemas.openxmlformats.org/officeDocument/2006/relationships/slideLayout" Target="/ppt/slideLayouts/slideLayout4.xml" Id="R7e4774b3d5024e41" /><Relationship Type="http://schemas.openxmlformats.org/officeDocument/2006/relationships/slideLayout" Target="/ppt/slideLayouts/slideLayout5.xml" Id="R018bd23fd3c249a9" /><Relationship Type="http://schemas.openxmlformats.org/officeDocument/2006/relationships/slideLayout" Target="/ppt/slideLayouts/slideLayout6.xml" Id="R3d49900be3884e6b" /><Relationship Type="http://schemas.openxmlformats.org/officeDocument/2006/relationships/slideLayout" Target="/ppt/slideLayouts/slideLayout7.xml" Id="R9fee610418584771" /><Relationship Type="http://schemas.openxmlformats.org/officeDocument/2006/relationships/slideLayout" Target="/ppt/slideLayouts/slideLayout8.xml" Id="Rdd8e4a5db1484ba8" /><Relationship Type="http://schemas.openxmlformats.org/officeDocument/2006/relationships/slideLayout" Target="/ppt/slideLayouts/slideLayout9.xml" Id="R0d22817e67fa4e4d" /><Relationship Type="http://schemas.openxmlformats.org/officeDocument/2006/relationships/slideLayout" Target="/ppt/slideLayouts/slideLayout10.xml" Id="R2e739afb94ea4f04" /><Relationship Type="http://schemas.openxmlformats.org/officeDocument/2006/relationships/slideLayout" Target="/ppt/slideLayouts/slideLayout11.xml" Id="Raf52141e4b4a4e37" /><Relationship Type="http://schemas.openxmlformats.org/officeDocument/2006/relationships/slideLayout" Target="/ppt/slideLayouts/slideLayout12.xml" Id="R44817f18c7244837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8221AD0-16EC-4C68-ABED-66C976F25B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12B5342B-7FB2-473E-A12D-05933A07E8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2CAED53B-EB5B-4654-9F15-816182B73E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02deabc81a4adb"/>
    <p:sldLayoutId xmlns:r="http://schemas.openxmlformats.org/officeDocument/2006/relationships" id="2147483650" r:id="Rd123a058a8fb439a"/>
    <p:sldLayoutId xmlns:r="http://schemas.openxmlformats.org/officeDocument/2006/relationships" id="2147483651" r:id="Reeeb675575324e69"/>
    <p:sldLayoutId xmlns:r="http://schemas.openxmlformats.org/officeDocument/2006/relationships" id="2147483652" r:id="R7e4774b3d5024e41"/>
    <p:sldLayoutId xmlns:r="http://schemas.openxmlformats.org/officeDocument/2006/relationships" id="2147483653" r:id="R018bd23fd3c249a9"/>
    <p:sldLayoutId xmlns:r="http://schemas.openxmlformats.org/officeDocument/2006/relationships" id="2147483654" r:id="R3d49900be3884e6b"/>
    <p:sldLayoutId xmlns:r="http://schemas.openxmlformats.org/officeDocument/2006/relationships" id="2147483655" r:id="R9fee610418584771"/>
    <p:sldLayoutId xmlns:r="http://schemas.openxmlformats.org/officeDocument/2006/relationships" id="2147483656" r:id="Rdd8e4a5db1484ba8"/>
    <p:sldLayoutId xmlns:r="http://schemas.openxmlformats.org/officeDocument/2006/relationships" id="2147483657" r:id="R0d22817e67fa4e4d"/>
    <p:sldLayoutId xmlns:r="http://schemas.openxmlformats.org/officeDocument/2006/relationships" id="2147483658" r:id="R2e739afb94ea4f04"/>
    <p:sldLayoutId xmlns:r="http://schemas.openxmlformats.org/officeDocument/2006/relationships" id="2147483659" r:id="Raf52141e4b4a4e37"/>
    <p:sldLayoutId xmlns:r="http://schemas.openxmlformats.org/officeDocument/2006/relationships" id="2147483660" r:id="R44817f18c7244837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4f05ab1f04d3a" /><Relationship Type="http://schemas.openxmlformats.org/officeDocument/2006/relationships/image" Target="/ppt/media/image.jpeg" Id="R97e9a15a418b4197" /><Relationship Type="http://schemas.openxmlformats.org/officeDocument/2006/relationships/image" Target="/ppt/media/image2.png" Id="R40670fd4cb8d44ef" /><Relationship Type="http://schemas.openxmlformats.org/officeDocument/2006/relationships/notesSlide" Target="/ppt/notesSlides/notesSlide1.xml" Id="R86338053b5bc44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2bcbec87e874fe2" /><Relationship Type="http://schemas.openxmlformats.org/officeDocument/2006/relationships/image" Target="/ppt/media/image3.png" Id="R6b83e7f70e854280" /><Relationship Type="http://schemas.openxmlformats.org/officeDocument/2006/relationships/image" Target="/ppt/media/image4.png" Id="R3395ca0917b949fe" /><Relationship Type="http://schemas.openxmlformats.org/officeDocument/2006/relationships/notesSlide" Target="/ppt/notesSlides/notesSlide2.xml" Id="R70ed70ec5b7d42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f9c067e8a9c4dca" /><Relationship Type="http://schemas.openxmlformats.org/officeDocument/2006/relationships/image" Target="/ppt/media/image3.png" Id="R14b4e26a035a48c1" /><Relationship Type="http://schemas.openxmlformats.org/officeDocument/2006/relationships/image" Target="/ppt/media/image4.png" Id="Rcde52d12d7ec47f7" /><Relationship Type="http://schemas.openxmlformats.org/officeDocument/2006/relationships/notesSlide" Target="/ppt/notesSlides/notesSlide3.xml" Id="R31143a6c461c40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e3c4927ad07432f" /><Relationship Type="http://schemas.openxmlformats.org/officeDocument/2006/relationships/image" Target="/ppt/media/image3.png" Id="R0b81483babb14296" /><Relationship Type="http://schemas.openxmlformats.org/officeDocument/2006/relationships/image" Target="/ppt/media/image4.png" Id="R17a246bbc23c4c9a" /><Relationship Type="http://schemas.openxmlformats.org/officeDocument/2006/relationships/image" Target="/ppt/media/image5.png" Id="Rd343034a2d0149c3" /><Relationship Type="http://schemas.openxmlformats.org/officeDocument/2006/relationships/image" Target="/ppt/media/image6.png" Id="R71c3bb64bdaf42b0" /><Relationship Type="http://schemas.openxmlformats.org/officeDocument/2006/relationships/image" Target="/ppt/media/image7.png" Id="R8cff4f85a8a34cc5" /><Relationship Type="http://schemas.openxmlformats.org/officeDocument/2006/relationships/notesSlide" Target="/ppt/notesSlides/notesSlide4.xml" Id="R9b032d375e1d40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6752888ad584735" /><Relationship Type="http://schemas.openxmlformats.org/officeDocument/2006/relationships/image" Target="/ppt/media/image3.png" Id="Re6e4aa3364de4aa1" /><Relationship Type="http://schemas.openxmlformats.org/officeDocument/2006/relationships/image" Target="/ppt/media/image4.png" Id="R7b41f26897b34b00" /><Relationship Type="http://schemas.openxmlformats.org/officeDocument/2006/relationships/image" Target="/ppt/media/image2.jpeg" Id="Rb2144b6d518d45ae" /><Relationship Type="http://schemas.openxmlformats.org/officeDocument/2006/relationships/image" Target="/ppt/media/image8.png" Id="Rdf3397947af34e6f" /><Relationship Type="http://schemas.openxmlformats.org/officeDocument/2006/relationships/notesSlide" Target="/ppt/notesSlides/notesSlide5.xml" Id="R1b0ec1309f7146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e0f6585f5c44433" /><Relationship Type="http://schemas.openxmlformats.org/officeDocument/2006/relationships/image" Target="/ppt/media/image3.png" Id="R9ce1f80537374c3a" /><Relationship Type="http://schemas.openxmlformats.org/officeDocument/2006/relationships/image" Target="/ppt/media/image4.png" Id="R31bee6760cd2411c" /><Relationship Type="http://schemas.openxmlformats.org/officeDocument/2006/relationships/image" Target="/ppt/media/image3.jpeg" Id="R44d1e5dfa9724218" /><Relationship Type="http://schemas.openxmlformats.org/officeDocument/2006/relationships/image" Target="/ppt/media/image9.png" Id="R28dc4693254b4f5d" /><Relationship Type="http://schemas.openxmlformats.org/officeDocument/2006/relationships/notesSlide" Target="/ppt/notesSlides/notesSlide6.xml" Id="R32d8d28275994a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49ceab0c02a42b0" /><Relationship Type="http://schemas.openxmlformats.org/officeDocument/2006/relationships/image" Target="/ppt/media/image4.png" Id="R8d161034b20b491f" /><Relationship Type="http://schemas.openxmlformats.org/officeDocument/2006/relationships/image" Target="/ppt/media/image3.png" Id="R26ebd623225047e6" /><Relationship Type="http://schemas.openxmlformats.org/officeDocument/2006/relationships/image" Target="/ppt/media/image4.jpeg" Id="Rd8d676f34b7740a0" /><Relationship Type="http://schemas.openxmlformats.org/officeDocument/2006/relationships/image" Target="/ppt/media/image10.png" Id="Rac2bf06ab4d543e7" /><Relationship Type="http://schemas.openxmlformats.org/officeDocument/2006/relationships/notesSlide" Target="/ppt/notesSlides/notesSlide7.xml" Id="Re82ac97c23174c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961f5fb1c7141f3" /><Relationship Type="http://schemas.openxmlformats.org/officeDocument/2006/relationships/image" Target="/ppt/media/image4.png" Id="R1d74efddbaae4485" /><Relationship Type="http://schemas.openxmlformats.org/officeDocument/2006/relationships/image" Target="/ppt/media/image3.png" Id="Rf9e165c2a3d2453a" /><Relationship Type="http://schemas.openxmlformats.org/officeDocument/2006/relationships/image" Target="/ppt/media/image11.png" Id="R725a8a146e5b462f" /><Relationship Type="http://schemas.openxmlformats.org/officeDocument/2006/relationships/image" Target="/ppt/media/image12.png" Id="R10892d1f83e345a7" /><Relationship Type="http://schemas.openxmlformats.org/officeDocument/2006/relationships/notesSlide" Target="/ppt/notesSlides/notesSlide8.xml" Id="Ra78f0e42530648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d1fcf113163489e" /><Relationship Type="http://schemas.openxmlformats.org/officeDocument/2006/relationships/image" Target="/ppt/media/image3.png" Id="Rb4664a69f85c422f" /><Relationship Type="http://schemas.openxmlformats.org/officeDocument/2006/relationships/image" Target="/ppt/media/image4.png" Id="R96fa1f0cd5a044e7" /><Relationship Type="http://schemas.openxmlformats.org/officeDocument/2006/relationships/notesSlide" Target="/ppt/notesSlides/notesSlide9.xml" Id="Ra744b5e480e242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54fac014a5b4019" /><Relationship Type="http://schemas.openxmlformats.org/officeDocument/2006/relationships/image" Target="/ppt/media/image3.png" Id="Rc9eb4bc73a484d20" /><Relationship Type="http://schemas.openxmlformats.org/officeDocument/2006/relationships/image" Target="/ppt/media/image4.png" Id="Ra0a9de49c2e0435a" /><Relationship Type="http://schemas.openxmlformats.org/officeDocument/2006/relationships/image" Target="/ppt/media/image13.png" Id="Rbf09065140f34e7d" /><Relationship Type="http://schemas.openxmlformats.org/officeDocument/2006/relationships/notesSlide" Target="/ppt/notesSlides/notesSlide10.xml" Id="R2c495af95dce46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53063da794d4f8b" /><Relationship Type="http://schemas.openxmlformats.org/officeDocument/2006/relationships/image" Target="/ppt/media/image3.png" Id="Rf281956805eb45b6" /><Relationship Type="http://schemas.openxmlformats.org/officeDocument/2006/relationships/image" Target="/ppt/media/image4.png" Id="R747720e4d6cf4591" /><Relationship Type="http://schemas.openxmlformats.org/officeDocument/2006/relationships/notesSlide" Target="/ppt/notesSlides/notesSlide11.xml" Id="Ra98b00bc37f84f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dd079dea44638" /><Relationship Type="http://schemas.openxmlformats.org/officeDocument/2006/relationships/image" Target="/ppt/media/image.jpeg" Id="R7c431aca942d4ffc" /><Relationship Type="http://schemas.openxmlformats.org/officeDocument/2006/relationships/image" Target="/ppt/media/image2.png" Id="R61e15b42eb6a438b" /><Relationship Type="http://schemas.openxmlformats.org/officeDocument/2006/relationships/notesSlide" Target="/ppt/notesSlides/notesSlide12.xml" Id="R9c1a45bd8dd247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59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9a15a418b4197"/>
          <a:stretch xmlns:a="http://schemas.openxmlformats.org/drawingml/2006/main"/>
        </p:blipFill>
        <p:spPr>
          <a:xfrm xmlns:a="http://schemas.openxmlformats.org/drawingml/2006/main">
            <a:off x="0" y="-6"/>
            <a:ext cx="9144000" cy="51434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9B39F038-8AE6-4192-B3A3-AB682730D4A7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544774" y="1495085"/>
            <a:ext cx="4755137" cy="33855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Mulish Black"/>
                <a:ea typeface="Mulish Black"/>
                <a:cs typeface="Mulish Black"/>
              </a:rPr>
              <a:t>Курсовой проект</a:t>
            </a:r>
          </a:p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Mulish Black"/>
                <a:ea typeface="Mulish Black"/>
                <a:cs typeface="Mulish Black"/>
              </a:rPr>
              <a:t/>
            </a:r>
          </a:p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Mulish Black"/>
                <a:ea typeface="Mulish Black"/>
                <a:cs typeface="Mulish Black"/>
              </a:rPr>
              <a:t>по теме «Система заметок с тегами»</a:t>
            </a:r>
          </a:p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Mulish Black"/>
                <a:ea typeface="Mulish Black"/>
                <a:cs typeface="Mulish Black"/>
              </a:rPr>
              <a:t/>
            </a:r>
          </a:p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Mulish Black"/>
                <a:ea typeface="Mulish Black"/>
                <a:cs typeface="Mulish Black"/>
              </a:rPr>
              <a:t>группа 03-24.ИСИП.оф.9</a:t>
            </a:r>
          </a:p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Mulish Black"/>
                <a:ea typeface="Mulish Black"/>
                <a:cs typeface="Mulish Black"/>
              </a:rPr>
              <a:t>Кондратьев Кирилл</a:t>
            </a:r>
          </a:p>
        </p:txBody>
      </p:sp>
      <p:pic>
        <p:nvPicPr>
          <p:cNvPr id="61" name="Google Shape;61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70fd4cb8d44ef"/>
          <a:stretch xmlns:a="http://schemas.openxmlformats.org/drawingml/2006/main"/>
        </p:blipFill>
        <p:spPr>
          <a:xfrm xmlns:a="http://schemas.openxmlformats.org/drawingml/2006/main">
            <a:off x="544775" y="548492"/>
            <a:ext cx="2443850" cy="2158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048349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145304E1-B7CD-41A4-9BAE-78637B7F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4" y="504499"/>
            <a:ext cx="6836579" cy="670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Цель и задачи</a:t>
            </a:r>
          </a:p>
        </p:txBody>
      </p:sp>
      <p:pic>
        <p:nvPicPr>
          <p:cNvPr id="83" name="Google Shape;84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3e7f70e854280"/>
          <a:stretch xmlns:a="http://schemas.openxmlformats.org/drawingml/2006/main"/>
        </p:blipFill>
        <p:spPr>
          <a:xfrm xmlns:a="http://schemas.openxmlformats.org/drawingml/2006/main">
            <a:off x="400836" y="314122"/>
            <a:ext cx="2000250" cy="208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4" name="Google Shape;8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5ca0917b949fe">
            <a:alphaModFix amt="55000"/>
          </a:blip>
          <a:stretch xmlns:a="http://schemas.openxmlformats.org/drawingml/2006/main"/>
        </p:blipFill>
        <p:spPr>
          <a:xfrm xmlns:a="http://schemas.openxmlformats.org/drawingml/2006/main">
            <a:off x="7110413" y="0"/>
            <a:ext cx="2033588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323A7131-B4EE-4EAE-9BFE-40036915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3" y="1249030"/>
            <a:ext cx="6836579" cy="1908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Разработать веб-приложение для хранения и поиска заметок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Задачи: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Создать форму работы с заметками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Реализовать поиск по тексту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Добавить фильтрацию по тегам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Организовать хранение в localStorage</a:t>
            </a:r>
          </a:p>
        </p:txBody>
      </p:sp>
    </p:spTree>
    <p:extLst>
      <p:ext uri="{BB962C8B-B14F-4D97-AF65-F5344CB8AC3E}">
        <p14:creationId xmlns:p14="http://schemas.microsoft.com/office/powerpoint/2010/main" val="10001027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1B17A470-4485-4C65-A872-02629B78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4" y="504499"/>
            <a:ext cx="6836579" cy="677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34343C"/>
                </a:solidFill>
                <a:latin typeface="YS Text"/>
                <a:ea typeface="YS Text"/>
                <a:cs typeface="YS Text"/>
              </a:rPr>
              <a:t>Анализ существующих решений</a:t>
            </a:r>
          </a:p>
        </p:txBody>
      </p:sp>
      <p:pic>
        <p:nvPicPr>
          <p:cNvPr id="83" name="Google Shape;84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4e26a035a48c1"/>
          <a:stretch xmlns:a="http://schemas.openxmlformats.org/drawingml/2006/main"/>
        </p:blipFill>
        <p:spPr>
          <a:xfrm xmlns:a="http://schemas.openxmlformats.org/drawingml/2006/main">
            <a:off x="400836" y="314122"/>
            <a:ext cx="2000250" cy="208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4" name="Google Shape;8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52d12d7ec47f7">
            <a:alphaModFix amt="55000"/>
          </a:blip>
          <a:stretch xmlns:a="http://schemas.openxmlformats.org/drawingml/2006/main"/>
        </p:blipFill>
        <p:spPr>
          <a:xfrm xmlns:a="http://schemas.openxmlformats.org/drawingml/2006/main">
            <a:off x="7110413" y="0"/>
            <a:ext cx="2033588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graphicFrame>
        <p:nvGraphicFramePr>
          <p:cNvPr id="85" name="Таблица 2"/>
          <p:cNvGraphicFramePr/>
          <p:nvPr/>
        </p:nvGraphicFramePr>
        <p:xfrm>
          <a:off xmlns:a="http://schemas.openxmlformats.org/drawingml/2006/main" x="1300480" y="1833457"/>
          <a:ext xmlns:a="http://schemas.openxmlformats.org/drawingml/2006/main" cx="6096000" cy="1854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t>Критерий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Google Keep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Simplenote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Разрабатываемая система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Работа без регистрации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Поддержка тегов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Поиск по тексту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Сложность реализации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Высокая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Средняя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Низкая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2731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B17D5EBE-B9A3-4C63-B33D-A7BB4E11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4" y="504499"/>
            <a:ext cx="6836579" cy="670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Инструменты разработки</a:t>
            </a:r>
          </a:p>
        </p:txBody>
      </p:sp>
      <p:pic>
        <p:nvPicPr>
          <p:cNvPr id="83" name="Google Shape;84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1483babb14296"/>
          <a:stretch xmlns:a="http://schemas.openxmlformats.org/drawingml/2006/main"/>
        </p:blipFill>
        <p:spPr>
          <a:xfrm xmlns:a="http://schemas.openxmlformats.org/drawingml/2006/main">
            <a:off x="400836" y="314122"/>
            <a:ext cx="2000250" cy="208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4" name="Google Shape;8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246bbc23c4c9a">
            <a:alphaModFix amt="55000"/>
          </a:blip>
          <a:stretch xmlns:a="http://schemas.openxmlformats.org/drawingml/2006/main"/>
        </p:blipFill>
        <p:spPr>
          <a:xfrm xmlns:a="http://schemas.openxmlformats.org/drawingml/2006/main">
            <a:off x="7110413" y="0"/>
            <a:ext cx="2033588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3034a2d0149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3984" y="1429173"/>
            <a:ext cx="1598507" cy="1598507"/>
          </a:xfrm>
          <a:prstGeom xmlns:a="http://schemas.openxmlformats.org/drawingml/2006/main" prst="rect">
            <a:avLst/>
          </a:prstGeom>
        </p:spPr>
      </p:pic>
      <p:pic>
        <p:nvPicPr>
          <p:cNvPr id="8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3bb64bdaf42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9404" y="3069292"/>
            <a:ext cx="2501114" cy="1568947"/>
          </a:xfrm>
          <a:prstGeom xmlns:a="http://schemas.openxmlformats.org/drawingml/2006/main" prst="rect">
            <a:avLst/>
          </a:prstGeom>
        </p:spPr>
      </p:pic>
      <p:pic>
        <p:nvPicPr>
          <p:cNvPr id="8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f4f85a8a34c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42118" y="1972545"/>
            <a:ext cx="2292182" cy="511761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15516A8-2938-4F45-BEC2-3679BCCE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00150"/>
            <a:ext cx="4905375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74B5670-D030-48CF-A072-80E3E0DB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04950"/>
            <a:ext cx="4381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HTML5 — структура страницы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CSS3 — оформление и адаптивность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JavaScript ES6+ — логика заметок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localStorage — хранение данных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 Studio Code — разработка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Chrome DevTools — проверка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23379624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A8D7B79B-4AD4-4C4B-97EF-9C710D75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4" y="504499"/>
            <a:ext cx="6836579" cy="670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Структура данных</a:t>
            </a:r>
          </a:p>
        </p:txBody>
      </p:sp>
      <p:pic>
        <p:nvPicPr>
          <p:cNvPr id="83" name="Google Shape;84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4aa3364de4aa1"/>
          <a:stretch xmlns:a="http://schemas.openxmlformats.org/drawingml/2006/main"/>
        </p:blipFill>
        <p:spPr>
          <a:xfrm xmlns:a="http://schemas.openxmlformats.org/drawingml/2006/main">
            <a:off x="400836" y="314122"/>
            <a:ext cx="2000250" cy="208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4" name="Google Shape;8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1f26897b34b00">
            <a:alphaModFix amt="55000"/>
          </a:blip>
          <a:stretch xmlns:a="http://schemas.openxmlformats.org/drawingml/2006/main"/>
        </p:blipFill>
        <p:spPr>
          <a:xfrm xmlns:a="http://schemas.openxmlformats.org/drawingml/2006/main">
            <a:off x="7110413" y="0"/>
            <a:ext cx="2033588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44b6d518d45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44725" y="1365765"/>
            <a:ext cx="4654550" cy="3463613"/>
          </a:xfrm>
          <a:prstGeom xmlns:a="http://schemas.openxmlformats.org/drawingml/2006/main" prst="rect">
            <a:avLst/>
          </a:prstGeom>
        </p:spPr>
      </p:pic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9C98263-18EF-470C-A866-704B83E4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33500"/>
            <a:ext cx="54292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397947af34e6f"/>
          <a:stretch xmlns:a="http://schemas.openxmlformats.org/drawingml/2006/main"/>
        </p:blipFill>
        <p:spPr>
          <a:xfrm xmlns:a="http://schemas.openxmlformats.org/drawingml/2006/main">
            <a:off x="1857375" y="1544241"/>
            <a:ext cx="5143500" cy="28932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348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C1D0CF94-30C4-44AB-A137-AC9B8ADA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4" y="504499"/>
            <a:ext cx="6836579" cy="670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Проектирование системы</a:t>
            </a:r>
          </a:p>
        </p:txBody>
      </p:sp>
      <p:pic>
        <p:nvPicPr>
          <p:cNvPr id="83" name="Google Shape;84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1f80537374c3a"/>
          <a:stretch xmlns:a="http://schemas.openxmlformats.org/drawingml/2006/main"/>
        </p:blipFill>
        <p:spPr>
          <a:xfrm xmlns:a="http://schemas.openxmlformats.org/drawingml/2006/main">
            <a:off x="400836" y="314122"/>
            <a:ext cx="2000250" cy="208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4" name="Google Shape;8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ee6760cd2411c">
            <a:alphaModFix amt="55000"/>
          </a:blip>
          <a:stretch xmlns:a="http://schemas.openxmlformats.org/drawingml/2006/main"/>
        </p:blipFill>
        <p:spPr>
          <a:xfrm xmlns:a="http://schemas.openxmlformats.org/drawingml/2006/main">
            <a:off x="7110413" y="0"/>
            <a:ext cx="2033588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1e5dfa97242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187" y="1175388"/>
            <a:ext cx="5948226" cy="3345877"/>
          </a:xfrm>
          <a:prstGeom xmlns:a="http://schemas.openxmlformats.org/drawingml/2006/main" prst="rect">
            <a:avLst/>
          </a:prstGeom>
        </p:spPr>
      </p:pic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BB41734-C2BA-4355-BAF8-E9BF1BCE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47750"/>
            <a:ext cx="60960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c4693254b4f5d"/>
          <a:stretch xmlns:a="http://schemas.openxmlformats.org/drawingml/2006/main"/>
        </p:blipFill>
        <p:spPr>
          <a:xfrm xmlns:a="http://schemas.openxmlformats.org/drawingml/2006/main">
            <a:off x="1190625" y="1232892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575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8">
            <a:extLst xmlns:a="http://schemas.openxmlformats.org/drawingml/2006/main">
              <a:ext uri="{FF2B5EF4-FFF2-40B4-BE49-F238E27FC236}">
                <a16:creationId xmlns:a16="http://schemas.microsoft.com/office/drawing/2014/main" id="{E65532B1-701F-4D5B-8897-C11EA778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5" y="504500"/>
            <a:ext cx="6831900" cy="1477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Проектирование интерфейса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Главный экран</a:t>
            </a:r>
          </a:p>
        </p:txBody>
      </p:sp>
      <p:pic>
        <p:nvPicPr>
          <p:cNvPr id="91" name="Google Shape;8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61034b20b491f">
            <a:alphaModFix amt="55000"/>
          </a:blip>
          <a:stretch xmlns:a="http://schemas.openxmlformats.org/drawingml/2006/main"/>
        </p:blipFill>
        <p:spPr>
          <a:xfrm xmlns:a="http://schemas.openxmlformats.org/drawingml/2006/main">
            <a:off x="7110413" y="0"/>
            <a:ext cx="2033588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2" name="Google Shape;84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bd623225047e6"/>
          <a:stretch xmlns:a="http://schemas.openxmlformats.org/drawingml/2006/main"/>
        </p:blipFill>
        <p:spPr>
          <a:xfrm xmlns:a="http://schemas.openxmlformats.org/drawingml/2006/main">
            <a:off x="400836" y="314122"/>
            <a:ext cx="2000250" cy="208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Picture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d676f34b7740a0"/>
          <a:srcRect xmlns:a="http://schemas.openxmlformats.org/drawingml/2006/main" l="9810" t="9789" r="9902" b="10115"/>
          <a:stretch xmlns:a="http://schemas.openxmlformats.org/drawingml/2006/main"/>
        </p:blipFill>
        <p:spPr>
          <a:xfrm xmlns:a="http://schemas.openxmlformats.org/drawingml/2006/main">
            <a:off x="278525" y="1981797"/>
            <a:ext cx="5659049" cy="2822753"/>
          </a:xfrm>
          <a:prstGeom xmlns:a="http://schemas.openxmlformats.org/drawingml/2006/main" prst="rect">
            <a:avLst/>
          </a:prstGeom>
        </p:spPr>
      </p:pic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C006EF1-0655-4281-8892-EACC3EAB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52625"/>
            <a:ext cx="5810250" cy="2876550"/>
          </a:xfrm>
          <a:prstGeom xmlns:a="http://schemas.openxmlformats.org/drawingml/2006/main" prst="roundRect">
            <a:avLst>
              <a:gd name="adj" fmla="val 5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bf06ab4d543e7"/>
          <a:stretch xmlns:a="http://schemas.openxmlformats.org/drawingml/2006/main"/>
        </p:blipFill>
        <p:spPr>
          <a:xfrm xmlns:a="http://schemas.openxmlformats.org/drawingml/2006/main">
            <a:off x="1841727" y="2047875"/>
            <a:ext cx="2612571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232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8">
            <a:extLst xmlns:a="http://schemas.openxmlformats.org/drawingml/2006/main">
              <a:ext uri="{FF2B5EF4-FFF2-40B4-BE49-F238E27FC236}">
                <a16:creationId xmlns:a16="http://schemas.microsoft.com/office/drawing/2014/main" id="{569706EC-BF41-4A4A-B992-9CBE304A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5" y="504500"/>
            <a:ext cx="6831900" cy="1477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Проектирование интерфейса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Поиск и фильтрация</a:t>
            </a:r>
          </a:p>
        </p:txBody>
      </p:sp>
      <p:pic>
        <p:nvPicPr>
          <p:cNvPr id="91" name="Google Shape;8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4efddbaae4485">
            <a:alphaModFix amt="55000"/>
          </a:blip>
          <a:stretch xmlns:a="http://schemas.openxmlformats.org/drawingml/2006/main"/>
        </p:blipFill>
        <p:spPr>
          <a:xfrm xmlns:a="http://schemas.openxmlformats.org/drawingml/2006/main">
            <a:off x="7110413" y="0"/>
            <a:ext cx="2033588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2" name="Google Shape;84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165c2a3d2453a"/>
          <a:stretch xmlns:a="http://schemas.openxmlformats.org/drawingml/2006/main"/>
        </p:blipFill>
        <p:spPr>
          <a:xfrm xmlns:a="http://schemas.openxmlformats.org/drawingml/2006/main">
            <a:off x="400836" y="314122"/>
            <a:ext cx="2000250" cy="208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5a8a146e5b462f"/>
          <a:srcRect xmlns:a="http://schemas.openxmlformats.org/drawingml/2006/main" l="14515" t="22004" r="14429" b="21554"/>
          <a:stretch xmlns:a="http://schemas.openxmlformats.org/drawingml/2006/main"/>
        </p:blipFill>
        <p:spPr>
          <a:xfrm xmlns:a="http://schemas.openxmlformats.org/drawingml/2006/main">
            <a:off x="400836" y="1926318"/>
            <a:ext cx="5173074" cy="2903060"/>
          </a:xfrm>
          <a:prstGeom xmlns:a="http://schemas.openxmlformats.org/drawingml/2006/main" prst="rect">
            <a:avLst/>
          </a:prstGeom>
        </p:spPr>
      </p:pic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46ED1F2-45BF-465D-8061-16552313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47850"/>
            <a:ext cx="54292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92d1f83e345a7"/>
          <a:stretch xmlns:a="http://schemas.openxmlformats.org/drawingml/2006/main"/>
        </p:blipFill>
        <p:spPr>
          <a:xfrm xmlns:a="http://schemas.openxmlformats.org/drawingml/2006/main">
            <a:off x="1233929" y="1962150"/>
            <a:ext cx="3637668" cy="2781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613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6D581E87-6BC1-4E83-913A-74DAA1A0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4" y="504499"/>
            <a:ext cx="6836579" cy="670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Реализация функционала</a:t>
            </a:r>
          </a:p>
        </p:txBody>
      </p:sp>
      <p:pic>
        <p:nvPicPr>
          <p:cNvPr id="83" name="Google Shape;84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64a69f85c422f"/>
          <a:stretch xmlns:a="http://schemas.openxmlformats.org/drawingml/2006/main"/>
        </p:blipFill>
        <p:spPr>
          <a:xfrm xmlns:a="http://schemas.openxmlformats.org/drawingml/2006/main">
            <a:off x="400836" y="314122"/>
            <a:ext cx="2000250" cy="208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4" name="Google Shape;8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a1f0cd5a044e7">
            <a:alphaModFix amt="55000"/>
          </a:blip>
          <a:stretch xmlns:a="http://schemas.openxmlformats.org/drawingml/2006/main"/>
        </p:blipFill>
        <p:spPr>
          <a:xfrm xmlns:a="http://schemas.openxmlformats.org/drawingml/2006/main">
            <a:off x="7110413" y="0"/>
            <a:ext cx="2033588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860855E-6F98-4BE1-8556-C29E681C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19250"/>
            <a:ext cx="28575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F78A9A0-9619-4A22-8299-A2751D4B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352425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DB9A75D-A794-4DEB-AE75-5B5BA1C6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247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Ключевые операции: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добавление заметки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редактирование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удаление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извлечение тегов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рендер облака тегов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25C550B-D2A2-4044-ADCC-9D845338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57375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Основные функции: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loadNotes()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saveNotes()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collectTags()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renderNotes()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renderTagsCloud()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toggleTagFilter()</a:t>
            </a:r>
          </a:p>
        </p:txBody>
      </p:sp>
    </p:spTree>
    <p:extLst>
      <p:ext uri="{BB962C8B-B14F-4D97-AF65-F5344CB8AC3E}">
        <p14:creationId xmlns:p14="http://schemas.microsoft.com/office/powerpoint/2010/main" val="356554291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0CECAB19-97E8-417B-A015-E9E167AF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4" y="504499"/>
            <a:ext cx="6836579" cy="677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Взаимодействие с интерфейсом</a:t>
            </a:r>
          </a:p>
        </p:txBody>
      </p:sp>
      <p:pic>
        <p:nvPicPr>
          <p:cNvPr id="83" name="Google Shape;84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b4bc73a484d20"/>
          <a:stretch xmlns:a="http://schemas.openxmlformats.org/drawingml/2006/main"/>
        </p:blipFill>
        <p:spPr>
          <a:xfrm xmlns:a="http://schemas.openxmlformats.org/drawingml/2006/main">
            <a:off x="400836" y="314122"/>
            <a:ext cx="2000250" cy="208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4" name="Google Shape;8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9de49c2e0435a">
            <a:alphaModFix amt="55000"/>
          </a:blip>
          <a:stretch xmlns:a="http://schemas.openxmlformats.org/drawingml/2006/main"/>
        </p:blipFill>
        <p:spPr>
          <a:xfrm xmlns:a="http://schemas.openxmlformats.org/drawingml/2006/main">
            <a:off x="7110413" y="0"/>
            <a:ext cx="2033588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5F5C481-693B-4C6D-86EC-44D62580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62125"/>
            <a:ext cx="2286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9BC696A-910D-401A-B3EA-1D1463E6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1666875" cy="2857500"/>
          </a:xfrm>
          <a:prstGeom xmlns:a="http://schemas.openxmlformats.org/drawingml/2006/main" prst="roundRect">
            <a:avLst>
              <a:gd name="adj" fmla="val 10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9065140f34e7d"/>
          <a:stretch xmlns:a="http://schemas.openxmlformats.org/drawingml/2006/main"/>
        </p:blipFill>
        <p:spPr>
          <a:xfrm xmlns:a="http://schemas.openxmlformats.org/drawingml/2006/main">
            <a:off x="1048426" y="1771650"/>
            <a:ext cx="417748" cy="262890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0296DF9-D20D-479D-9439-24DF8739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62125"/>
            <a:ext cx="371475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519C923-053E-4E59-961E-29884BBC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Проверенные сценарии:</a:t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1. ввод заголовка и текста</a:t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2. автоматическое чтение тегов</a:t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3. поиск по подстроке</a:t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4. фильтрация по активной метке</a:t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5. восстановление данных после перезагрузки</a:t>
            </a:r>
          </a:p>
        </p:txBody>
      </p:sp>
    </p:spTree>
    <p:extLst>
      <p:ext uri="{BB962C8B-B14F-4D97-AF65-F5344CB8AC3E}">
        <p14:creationId xmlns:p14="http://schemas.microsoft.com/office/powerpoint/2010/main" val="28988452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5B0697D4-CC3B-4CE3-9FED-29468A53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4" y="504499"/>
            <a:ext cx="6836579" cy="677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Заключение</a:t>
            </a:r>
          </a:p>
        </p:txBody>
      </p:sp>
      <p:pic>
        <p:nvPicPr>
          <p:cNvPr id="83" name="Google Shape;84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1956805eb45b6"/>
          <a:stretch xmlns:a="http://schemas.openxmlformats.org/drawingml/2006/main"/>
        </p:blipFill>
        <p:spPr>
          <a:xfrm xmlns:a="http://schemas.openxmlformats.org/drawingml/2006/main">
            <a:off x="400836" y="314122"/>
            <a:ext cx="2000250" cy="208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4" name="Google Shape;8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720e4d6cf4591">
            <a:alphaModFix amt="55000"/>
          </a:blip>
          <a:stretch xmlns:a="http://schemas.openxmlformats.org/drawingml/2006/main"/>
        </p:blipFill>
        <p:spPr>
          <a:xfrm xmlns:a="http://schemas.openxmlformats.org/drawingml/2006/main">
            <a:off x="7110413" y="0"/>
            <a:ext cx="2033588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A50F9833-7216-4414-B97D-141F369F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34" y="1181576"/>
            <a:ext cx="7188437" cy="164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В ходе работы разработано браузерное приложение для заметок с тегами.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Реализованы хранение данных, поиск, фильтрация и редактирование записей.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ulish Black"/>
                <a:ea typeface="Mulish Black"/>
                <a:cs typeface="Mulish Black"/>
              </a:rPr>
              <a:t>Поставленная цель достигнута, система готова к демонстрации на защите.</a:t>
            </a:r>
          </a:p>
        </p:txBody>
      </p:sp>
    </p:spTree>
    <p:extLst>
      <p:ext uri="{BB962C8B-B14F-4D97-AF65-F5344CB8AC3E}">
        <p14:creationId xmlns:p14="http://schemas.microsoft.com/office/powerpoint/2010/main" val="41411070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59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31aca942d4ffc"/>
          <a:stretch xmlns:a="http://schemas.openxmlformats.org/drawingml/2006/main"/>
        </p:blipFill>
        <p:spPr>
          <a:xfrm xmlns:a="http://schemas.openxmlformats.org/drawingml/2006/main">
            <a:off x="0" y="-6"/>
            <a:ext cx="9144000" cy="51434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E73AFD30-FA05-46DE-BF95-7FC0E8BBF4EB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544774" y="1495085"/>
            <a:ext cx="4755137" cy="33855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Mulish Black"/>
                <a:ea typeface="Mulish Black"/>
                <a:cs typeface="Mulish Black"/>
              </a:rPr>
              <a:t>Спасибо за внимание</a:t>
            </a:r>
          </a:p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Mulish Black"/>
                <a:ea typeface="Mulish Black"/>
                <a:cs typeface="Mulish Black"/>
              </a:rPr>
              <a:t/>
            </a:r>
          </a:p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Mulish Black"/>
                <a:ea typeface="Mulish Black"/>
                <a:cs typeface="Mulish Black"/>
              </a:rPr>
              <a:t>по теме «Система заметок с тегами»</a:t>
            </a:r>
          </a:p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Mulish Black"/>
                <a:ea typeface="Mulish Black"/>
                <a:cs typeface="Mulish Black"/>
              </a:rPr>
              <a:t/>
            </a:r>
          </a:p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Mulish Black"/>
                <a:ea typeface="Mulish Black"/>
                <a:cs typeface="Mulish Black"/>
              </a:rPr>
              <a:t>Кондратьев Кирилл</a:t>
            </a:r>
          </a:p>
          <a:p xmlns:a="http://schemas.openxmlformats.org/drawingml/2006/main"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Mulish Black"/>
                <a:ea typeface="Mulish Black"/>
                <a:cs typeface="Mulish Black"/>
              </a:rPr>
              <a:t>03-24.ИСИП.оф.9</a:t>
            </a:r>
          </a:p>
        </p:txBody>
      </p:sp>
      <p:pic>
        <p:nvPicPr>
          <p:cNvPr id="61" name="Google Shape;61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15b42eb6a438b"/>
          <a:stretch xmlns:a="http://schemas.openxmlformats.org/drawingml/2006/main"/>
        </p:blipFill>
        <p:spPr>
          <a:xfrm xmlns:a="http://schemas.openxmlformats.org/drawingml/2006/main">
            <a:off x="544775" y="548492"/>
            <a:ext cx="2443850" cy="2158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590534514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2026-06-15T17:17:33.6310000Z</dcterms:created>
  <dcterms:modified xsi:type="dcterms:W3CDTF">2026-06-15T17:17:33.6310000Z</dcterms:modified>
</coreProperties>
</file>